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4F7CFF"/>
                </a:solidFill>
                <a:latin typeface="Segoe UI"/>
              </a:rPr>
              <a:t>COLLEGE MINI /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Segoe UI"/>
              </a:rPr>
              <a:t>AI Placement 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C9D3E8"/>
                </a:solidFill>
                <a:latin typeface="Segoe UI"/>
              </a:rPr>
              <a:t>An AI-powered Placement &amp; Career Readiness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4F7CFF"/>
                </a:solidFill>
                <a:latin typeface="Segoe UI"/>
              </a:rPr>
              <a:t>MERN-style Stack  •  React + Vite  •  Express REST API  •  MongoDB  •  OpenAI-compatible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Presented by: [Your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College / Department: [Your College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Introduction &amp; Problem Statement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Objectives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System Architecture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Technology Stack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Key Features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Database Design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REST API Overview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Authentication &amp; Security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AI / LLM Integration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Mobile App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Testing &amp; Verification Results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Challenges Faced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Future Scope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21031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0F172A"/>
                </a:solidFill>
                <a:latin typeface="Segoe UI"/>
              </a:rPr>
              <a:t>Students struggle to track job applications, understand which skills they are missing for a target role, and get realistic interview practice — all while existing placement-prep tools are fragmented across resume reviewers, job trackers, and separate mock-interview apps.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4F7CFF"/>
                </a:solidFill>
                <a:latin typeface="Segoe UI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0F172A"/>
                </a:solidFill>
                <a:latin typeface="Segoe UI"/>
              </a:rPr>
              <a:t>▸  A single web + mobile platform that extracts skills from a resume using AI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0F172A"/>
                </a:solidFill>
                <a:latin typeface="Segoe UI"/>
              </a:rPr>
              <a:t>▸  Tracks job applications end-to-end (Saved → Applied → Interview → Offer)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0F172A"/>
                </a:solidFill>
                <a:latin typeface="Segoe UI"/>
              </a:rPr>
              <a:t>▸  Provides an AI “Practice Room” agent for resume-grounded interview/career chat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0F172A"/>
                </a:solidFill>
                <a:latin typeface="Segoe UI"/>
              </a:rPr>
              <a:t>▸  Rewards students for referring friends, with a withdrawal &amp; leaderboard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Centralize Placement Prep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2240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5B6370"/>
                </a:solidFill>
                <a:latin typeface="Segoe UI"/>
              </a:rPr>
              <a:t>Combine resume analysis, job tracking, and interview practice in one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AI-Assisted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06040"/>
            <a:ext cx="2240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5B6370"/>
                </a:solidFill>
                <a:latin typeface="Segoe UI"/>
              </a:rPr>
              <a:t>Use an LLM to extract skills from resumes and power a career-chat agent.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Cross-Platform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2240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5B6370"/>
                </a:solidFill>
                <a:latin typeface="Segoe UI"/>
              </a:rPr>
              <a:t>Ship both a responsive web app and a native mobile app (Expo/React Native).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55448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7830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Secure &amp; Scalable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606040"/>
            <a:ext cx="2240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5B6370"/>
                </a:solidFill>
                <a:latin typeface="Segoe UI"/>
              </a:rPr>
              <a:t>JWT-based auth, REST API, MongoDB persistence, clean service layering.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926080" cy="17373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Client (React + Vite)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Port 5173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TanStack Query • wouter • Tailwind/shadcn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axios → /api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554480"/>
            <a:ext cx="2926080" cy="17373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19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Mobile (Expo / RN)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19" y="2148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Standalone app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Bearer-token auth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Same 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554480"/>
            <a:ext cx="4663440" cy="1737360"/>
          </a:xfrm>
          <a:prstGeom prst="roundRect">
            <a:avLst>
              <a:gd name="adj" fmla="val 6000"/>
            </a:avLst>
          </a:prstGeom>
          <a:solidFill>
            <a:srgbClr val="EAE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6916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Server (Express 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14884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Port 3001 • Mongoose + JWT (httpOnly cookie)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Routes: auth, profile, resume, support,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ai-agent, referrals, admin, system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611880" y="2286000"/>
            <a:ext cx="457200" cy="320040"/>
          </a:xfrm>
          <a:prstGeom prst="rightArrow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492240" y="2286000"/>
            <a:ext cx="457200" cy="320040"/>
          </a:xfrm>
          <a:prstGeom prst="rightArrow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10881360" cy="1920240"/>
          </a:xfrm>
          <a:prstGeom prst="roundRect">
            <a:avLst>
              <a:gd name="adj" fmla="val 6000"/>
            </a:avLst>
          </a:prstGeom>
          <a:solidFill>
            <a:srgbClr val="F0F2F6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Data &amp; AI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MongoDB (Mongoose ODM) — Users, Resumes, Applications, Referral Rewards, UPI Verifications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OpenAI-compatible LLM — resume skill extraction, support chat, Practice Room AI agent (streaming via SSE)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Shared types/constants (shared/) used by both client and server for 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520440" cy="47548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4F7CFF"/>
                </a:solidFill>
                <a:latin typeface="Segoe U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React 19 + Vite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wouter (routing)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TanStack Query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Tailwind CSS + shadcn/ui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axios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20440" cy="47548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4F7CFF"/>
                </a:solidFill>
                <a:latin typeface="Segoe U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Node.js + Express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Mongoose (MongoDB ODM)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JWT auth (jose) + bcryptjs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Zod validation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pdf-parse (resume text)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520440" cy="47548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6459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4F7CFF"/>
                </a:solidFill>
                <a:latin typeface="Segoe UI"/>
              </a:rPr>
              <a:t>AI / Mobile / 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OpenAI-compatible LLM API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Expo (React Native) mobile app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TypeScript across the stack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esbuild (server bundling)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Segoe UI"/>
              </a:rPr>
              <a:t>▸  pnpm / npm workspaces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Resume Skill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B6370"/>
                </a:solidFill>
                <a:latin typeface="Segoe UI"/>
              </a:rPr>
              <a:t>Upload a resume; the LLM parses extracted text and returns structured skills, editable before saving.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Job Application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30552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B6370"/>
                </a:solidFill>
                <a:latin typeface="Segoe UI"/>
              </a:rPr>
              <a:t>Track applications through Saved → Applied → Screening → Interview → Offer / Rejected.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17320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Practice Room AI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30552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B6370"/>
                </a:solidFill>
                <a:latin typeface="Segoe UI"/>
              </a:rPr>
              <a:t>Resume-grounded career &amp; interview chat, with streaming (SSE) responses.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40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13632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Help Center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62272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B6370"/>
                </a:solidFill>
                <a:latin typeface="Segoe UI"/>
              </a:rPr>
              <a:t>LLM-powered support assistant for user queries.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40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913632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Referral Rewards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62272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B6370"/>
                </a:solidFill>
                <a:latin typeface="Segoe UI"/>
              </a:rPr>
              <a:t>Dashboard with rewards, leaderboard, UPI verification &amp; withdrawal requests.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749040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913632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Admin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462272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B6370"/>
                </a:solidFill>
                <a:latin typeface="Segoe UI"/>
              </a:rPr>
              <a:t>Review and update withdrawal requests (admin-only routes).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Database Design (MongoDB Collections)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F7CFF"/>
                </a:solidFill>
                <a:latin typeface="Segoe UI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1848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name, email, passwordHash, role (user/admin), headline, university, graduationYear, referralCode, referredByUserId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3288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F7CFF"/>
                </a:solidFill>
                <a:latin typeface="Segoe UI"/>
              </a:rPr>
              <a:t>Resume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7860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userId, fileName, mimeType, storageKey, extractedSkills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9300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F7CFF"/>
                </a:solidFill>
                <a:latin typeface="Segoe UI"/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538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userId, company, role, status, jobUrl, location, notes, interviewDate, followUpDate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F7CFF"/>
                </a:solidFill>
                <a:latin typeface="Segoe UI"/>
              </a:rPr>
              <a:t>ReferralReward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49884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referrerUserId, referredName, event, amount, status (pending/credited/reversed)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0352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41324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F7CFF"/>
                </a:solidFill>
                <a:latin typeface="Segoe UI"/>
              </a:rPr>
              <a:t>UpiVerification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4589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userId, upiId, status (verified/rejected), verifiedAt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REST API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270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10881360" cy="53035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7CFF"/>
                </a:solidFill>
                <a:latin typeface="Segoe UI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57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/api/auth/register, /login, /logout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057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10881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7CFF"/>
                </a:solidFill>
                <a:latin typeface="Segoe UI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/api/profile/me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606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User 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63240"/>
            <a:ext cx="10881360" cy="53035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7CFF"/>
                </a:solidFill>
                <a:latin typeface="Segoe UI"/>
              </a:rP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/api/resume/extract-skills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154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AI resume skill extraction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11880"/>
            <a:ext cx="10881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03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7CFF"/>
                </a:solidFill>
                <a:latin typeface="Segoe UI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/api/ai-agent/chat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703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Practice Room AI agent (SSE streaming)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60520"/>
            <a:ext cx="10881360" cy="53035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251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7CFF"/>
                </a:solidFill>
                <a:latin typeface="Segoe UI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51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/api/support/chat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251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Help-center AI chat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09160"/>
            <a:ext cx="10881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800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7CFF"/>
                </a:solidFill>
                <a:latin typeface="Segoe UI"/>
              </a:rPr>
              <a:t>GET/POST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800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/api/referrals/*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800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Referral dashboard, UPI verify, withdrawals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257800"/>
            <a:ext cx="10881360" cy="530352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349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7CFF"/>
                </a:solidFill>
                <a:latin typeface="Segoe UI"/>
              </a:rPr>
              <a:t>GET/PUT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5349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/api/admin/withdrawals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5349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Admin withdrawal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806440"/>
            <a:ext cx="10881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897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7CFF"/>
                </a:solidFill>
                <a:latin typeface="Segoe UI"/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5897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/api/system/health, /api/health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5897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370"/>
                </a:solidFill>
                <a:latin typeface="Segoe UI"/>
              </a:rPr>
              <a:t>Health checks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Passwords hashed with bcryptjs before storage — plaintext passwords are never saved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JWT issued on login, stored in an httpOnly cookie (web) — not accessible to client-side JS, mitigating XSS token theft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Mobile app uses a bearer token (x-session-token) via Authorization header, stored in expo-secure-store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Role-based access control: "user" vs "admin" — admin routes gated separately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Input validation with Zod schemas at the API boundary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CORS restricted to CLIENT_ORIGIN; environment secrets kept in .env (not committed to git)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AI / LLM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B6370"/>
                </a:solidFill>
                <a:latin typeface="Segoe UI"/>
              </a:rPr>
              <a:t>Works with any OpenAI-compatible endpoint (OpenAI, Gemini, etc.) via OPENAI_API_BASE_URL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Resume uploaded → text extracted locally (pdf-parse) — no public URL needed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Extracted text sent to the LLM → structured skills returned → user can edit before saving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Practice Room agent grounds its answers in the saved resume + profile context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Responses can stream back via Server-Sent Events for a real-time chat feel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CROSS-PLATFORM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Mobile App (Expo / React Native)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Standalone Expo app reusing the exact same REST API as the web client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Screens: Overview, Matches, Roadmap, Practice, Profile, Refer, Notifications, Help Center, Admin Withdrawals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API base URL resolved automatically: app.json → env var → LAN host → emulator fallback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Built/distributed via EAS (Expo Application Services)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Testing &amp; Verification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0F172A"/>
                </a:solidFill>
                <a:latin typeface="Segoe UI"/>
              </a:rPr>
              <a:t>Client TypeScript check (tsc --noEmit)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5544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8A3E"/>
                </a:solidFill>
                <a:latin typeface="Segoe UI"/>
              </a:rPr>
              <a:t>PASSED — 0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66544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5798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0F172A"/>
                </a:solidFill>
                <a:latin typeface="Segoe UI"/>
              </a:rPr>
              <a:t>Server TypeScript check (tsc --noEmit)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5798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8A3E"/>
                </a:solidFill>
                <a:latin typeface="Segoe UI"/>
              </a:rPr>
              <a:t>PASSED — 0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70048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6148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0F172A"/>
                </a:solidFill>
                <a:latin typeface="Segoe UI"/>
              </a:rPr>
              <a:t>Server boot + health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614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8A3E"/>
                </a:solidFill>
                <a:latin typeface="Segoe UI"/>
              </a:rPr>
              <a:t>PASSED — GET /api/health → 200 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73552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6499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0F172A"/>
                </a:solidFill>
                <a:latin typeface="Segoe UI"/>
              </a:rPr>
              <a:t>Database connectivity (in-memory MongoDB)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649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8A3E"/>
                </a:solidFill>
                <a:latin typeface="Segoe UI"/>
              </a:rPr>
              <a:t>PASSED — connects successfully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77056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68496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0F172A"/>
                </a:solidFill>
                <a:latin typeface="Segoe UI"/>
              </a:rPr>
              <a:t>Client dev server (Vite)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6849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8A3E"/>
                </a:solidFill>
                <a:latin typeface="Segoe UI"/>
              </a:rPr>
              <a:t>PASSED — loads on http://localhost:5173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8056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720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0F172A"/>
                </a:solidFill>
                <a:latin typeface="Segoe UI"/>
              </a:rPr>
              <a:t>API proxy (/api → backend)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5720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8A3E"/>
                </a:solidFill>
                <a:latin typeface="Segoe UI"/>
              </a:rPr>
              <a:t>PASSED — requests forwarded correctly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84064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0F172A"/>
                </a:solidFill>
                <a:latin typeface="Segoe UI"/>
              </a:rPr>
              <a:t>User registration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17550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8A3E"/>
                </a:solidFill>
                <a:latin typeface="Segoe UI"/>
              </a:rPr>
              <a:t>PASSED — POST /api/auth/register → 200 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Challenges Faced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Keeping three independent packages (client, server, mobile) in sync via shared types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Designing a resume pipeline that works without exposing uploaded files publicly to the LLM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Implementing streaming AI chat (SSE) while keeping the mobile client on a simple token model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Balancing a flexible referral/withdrawal reward system with correct status transitions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Ensuring secure auth across both a cookie-based web client and a bearer-token mobile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7CFF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Automated skill-gap analysis against target job descriptions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Push notifications for interview reminders and application follow-ups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Analytics dashboard for placement cell / admin (aggregate trends)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Integration with LinkedIn / job boards for auto-importing applications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Segoe UI"/>
              </a:rPr>
              <a:t>▸  Multi-language resume parsing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AI Placement Compass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37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4F7CFF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Segoe UI"/>
              </a:rPr>
              <a:t>AI Placement Compass unifies resume intelligence, application tracking, and AI-driven interview practice into one secure, full-stack platform — verified to build and run cleanly end-to-end across web, API, and mobile.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4F7C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C9D3E8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